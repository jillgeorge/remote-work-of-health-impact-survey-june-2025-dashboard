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67" r:id="rId4"/>
    <p:sldId id="257" r:id="rId5"/>
    <p:sldId id="258" r:id="rId6"/>
    <p:sldId id="265" r:id="rId7"/>
    <p:sldId id="262" r:id="rId8"/>
    <p:sldId id="266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4" d="100"/>
          <a:sy n="54" d="100"/>
        </p:scale>
        <p:origin x="11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ll George" userId="f7a48206ca14babb" providerId="LiveId" clId="{9848FB63-5EF0-4C37-A29E-4751A188B76D}"/>
    <pc:docChg chg="undo custSel delSld modSld">
      <pc:chgData name="Jill George" userId="f7a48206ca14babb" providerId="LiveId" clId="{9848FB63-5EF0-4C37-A29E-4751A188B76D}" dt="2026-04-18T10:16:20.004" v="483" actId="207"/>
      <pc:docMkLst>
        <pc:docMk/>
      </pc:docMkLst>
      <pc:sldChg chg="delSp modSp mod">
        <pc:chgData name="Jill George" userId="f7a48206ca14babb" providerId="LiveId" clId="{9848FB63-5EF0-4C37-A29E-4751A188B76D}" dt="2026-04-18T10:11:51.131" v="437" actId="14100"/>
        <pc:sldMkLst>
          <pc:docMk/>
          <pc:sldMk cId="1704308016" sldId="256"/>
        </pc:sldMkLst>
        <pc:spChg chg="del">
          <ac:chgData name="Jill George" userId="f7a48206ca14babb" providerId="LiveId" clId="{9848FB63-5EF0-4C37-A29E-4751A188B76D}" dt="2026-04-18T10:11:47.003" v="436" actId="478"/>
          <ac:spMkLst>
            <pc:docMk/>
            <pc:sldMk cId="1704308016" sldId="256"/>
            <ac:spMk id="26" creationId="{C85397A3-B446-268C-59F8-74D7D8707AE6}"/>
          </ac:spMkLst>
        </pc:spChg>
        <pc:grpChg chg="del">
          <ac:chgData name="Jill George" userId="f7a48206ca14babb" providerId="LiveId" clId="{9848FB63-5EF0-4C37-A29E-4751A188B76D}" dt="2026-04-18T10:05:52.893" v="384" actId="478"/>
          <ac:grpSpMkLst>
            <pc:docMk/>
            <pc:sldMk cId="1704308016" sldId="256"/>
            <ac:grpSpMk id="19" creationId="{064A27B8-8C47-F772-CE96-A9CBA5FAFB30}"/>
          </ac:grpSpMkLst>
        </pc:grpChg>
        <pc:grpChg chg="mod">
          <ac:chgData name="Jill George" userId="f7a48206ca14babb" providerId="LiveId" clId="{9848FB63-5EF0-4C37-A29E-4751A188B76D}" dt="2026-04-18T10:11:51.131" v="437" actId="14100"/>
          <ac:grpSpMkLst>
            <pc:docMk/>
            <pc:sldMk cId="1704308016" sldId="256"/>
            <ac:grpSpMk id="25" creationId="{3CB141F5-EF93-6E72-FF86-853679F62519}"/>
          </ac:grpSpMkLst>
        </pc:grpChg>
        <pc:picChg chg="del topLvl">
          <ac:chgData name="Jill George" userId="f7a48206ca14babb" providerId="LiveId" clId="{9848FB63-5EF0-4C37-A29E-4751A188B76D}" dt="2026-04-18T10:05:52.893" v="384" actId="478"/>
          <ac:picMkLst>
            <pc:docMk/>
            <pc:sldMk cId="1704308016" sldId="256"/>
            <ac:picMk id="20" creationId="{FAA7199F-28E4-9C3B-3ECC-E3D8DBEABF07}"/>
          </ac:picMkLst>
        </pc:picChg>
        <pc:picChg chg="mod topLvl">
          <ac:chgData name="Jill George" userId="f7a48206ca14babb" providerId="LiveId" clId="{9848FB63-5EF0-4C37-A29E-4751A188B76D}" dt="2026-04-18T10:09:50.233" v="415" actId="14100"/>
          <ac:picMkLst>
            <pc:docMk/>
            <pc:sldMk cId="1704308016" sldId="256"/>
            <ac:picMk id="21" creationId="{771C823E-D575-1138-95E8-6A4E4D0EC37F}"/>
          </ac:picMkLst>
        </pc:picChg>
      </pc:sldChg>
      <pc:sldChg chg="delSp modSp mod">
        <pc:chgData name="Jill George" userId="f7a48206ca14babb" providerId="LiveId" clId="{9848FB63-5EF0-4C37-A29E-4751A188B76D}" dt="2026-04-18T10:01:20.315" v="201" actId="14100"/>
        <pc:sldMkLst>
          <pc:docMk/>
          <pc:sldMk cId="628406861" sldId="257"/>
        </pc:sldMkLst>
        <pc:spChg chg="mod">
          <ac:chgData name="Jill George" userId="f7a48206ca14babb" providerId="LiveId" clId="{9848FB63-5EF0-4C37-A29E-4751A188B76D}" dt="2026-04-18T10:01:08.849" v="198" actId="1076"/>
          <ac:spMkLst>
            <pc:docMk/>
            <pc:sldMk cId="628406861" sldId="257"/>
            <ac:spMk id="3" creationId="{A7F7E399-21E2-72F8-2C6F-FD5383496C6D}"/>
          </ac:spMkLst>
        </pc:spChg>
        <pc:grpChg chg="del">
          <ac:chgData name="Jill George" userId="f7a48206ca14babb" providerId="LiveId" clId="{9848FB63-5EF0-4C37-A29E-4751A188B76D}" dt="2026-04-18T08:53:37.023" v="3" actId="478"/>
          <ac:grpSpMkLst>
            <pc:docMk/>
            <pc:sldMk cId="628406861" sldId="257"/>
            <ac:grpSpMk id="20" creationId="{CAD5DE5C-FFDF-50F2-A593-C4239F5390A3}"/>
          </ac:grpSpMkLst>
        </pc:grpChg>
        <pc:graphicFrameChg chg="mod">
          <ac:chgData name="Jill George" userId="f7a48206ca14babb" providerId="LiveId" clId="{9848FB63-5EF0-4C37-A29E-4751A188B76D}" dt="2026-04-18T10:01:16.847" v="200" actId="14100"/>
          <ac:graphicFrameMkLst>
            <pc:docMk/>
            <pc:sldMk cId="628406861" sldId="257"/>
            <ac:graphicFrameMk id="17" creationId="{A05C6128-7D75-493F-550A-B282F5305659}"/>
          </ac:graphicFrameMkLst>
        </pc:graphicFrameChg>
        <pc:graphicFrameChg chg="mod">
          <ac:chgData name="Jill George" userId="f7a48206ca14babb" providerId="LiveId" clId="{9848FB63-5EF0-4C37-A29E-4751A188B76D}" dt="2026-04-18T10:01:20.315" v="201" actId="14100"/>
          <ac:graphicFrameMkLst>
            <pc:docMk/>
            <pc:sldMk cId="628406861" sldId="257"/>
            <ac:graphicFrameMk id="19" creationId="{F8FEE94D-D19C-3B6C-469F-C58E47F8FF28}"/>
          </ac:graphicFrameMkLst>
        </pc:graphicFrameChg>
        <pc:picChg chg="del topLvl">
          <ac:chgData name="Jill George" userId="f7a48206ca14babb" providerId="LiveId" clId="{9848FB63-5EF0-4C37-A29E-4751A188B76D}" dt="2026-04-18T08:53:37.023" v="3" actId="478"/>
          <ac:picMkLst>
            <pc:docMk/>
            <pc:sldMk cId="628406861" sldId="257"/>
            <ac:picMk id="21" creationId="{9FFE0824-E891-64A4-4858-D0CFE8827FD7}"/>
          </ac:picMkLst>
        </pc:picChg>
        <pc:picChg chg="mod topLvl">
          <ac:chgData name="Jill George" userId="f7a48206ca14babb" providerId="LiveId" clId="{9848FB63-5EF0-4C37-A29E-4751A188B76D}" dt="2026-04-18T08:53:41.130" v="4" actId="14100"/>
          <ac:picMkLst>
            <pc:docMk/>
            <pc:sldMk cId="628406861" sldId="257"/>
            <ac:picMk id="23" creationId="{E08FE6BD-85EE-0CEF-9832-50CA8C298663}"/>
          </ac:picMkLst>
        </pc:picChg>
      </pc:sldChg>
      <pc:sldChg chg="delSp modSp mod">
        <pc:chgData name="Jill George" userId="f7a48206ca14babb" providerId="LiveId" clId="{9848FB63-5EF0-4C37-A29E-4751A188B76D}" dt="2026-04-18T09:06:51.873" v="31" actId="33524"/>
        <pc:sldMkLst>
          <pc:docMk/>
          <pc:sldMk cId="1212115280" sldId="258"/>
        </pc:sldMkLst>
        <pc:spChg chg="mod">
          <ac:chgData name="Jill George" userId="f7a48206ca14babb" providerId="LiveId" clId="{9848FB63-5EF0-4C37-A29E-4751A188B76D}" dt="2026-04-18T09:06:51.873" v="31" actId="33524"/>
          <ac:spMkLst>
            <pc:docMk/>
            <pc:sldMk cId="1212115280" sldId="258"/>
            <ac:spMk id="8" creationId="{6F580C21-71DC-CBF5-8DF7-B8E547E6452D}"/>
          </ac:spMkLst>
        </pc:spChg>
        <pc:grpChg chg="del">
          <ac:chgData name="Jill George" userId="f7a48206ca14babb" providerId="LiveId" clId="{9848FB63-5EF0-4C37-A29E-4751A188B76D}" dt="2026-04-18T08:53:45.908" v="5" actId="478"/>
          <ac:grpSpMkLst>
            <pc:docMk/>
            <pc:sldMk cId="1212115280" sldId="258"/>
            <ac:grpSpMk id="4" creationId="{03DF76EB-E91D-39B5-21D6-4957F69E1505}"/>
          </ac:grpSpMkLst>
        </pc:grpChg>
        <pc:picChg chg="del topLvl">
          <ac:chgData name="Jill George" userId="f7a48206ca14babb" providerId="LiveId" clId="{9848FB63-5EF0-4C37-A29E-4751A188B76D}" dt="2026-04-18T08:53:45.908" v="5" actId="478"/>
          <ac:picMkLst>
            <pc:docMk/>
            <pc:sldMk cId="1212115280" sldId="258"/>
            <ac:picMk id="6" creationId="{0E96BC02-6D5A-7ED3-5E0B-53AB950E191E}"/>
          </ac:picMkLst>
        </pc:picChg>
        <pc:picChg chg="mod topLvl">
          <ac:chgData name="Jill George" userId="f7a48206ca14babb" providerId="LiveId" clId="{9848FB63-5EF0-4C37-A29E-4751A188B76D}" dt="2026-04-18T08:53:55.480" v="7" actId="14100"/>
          <ac:picMkLst>
            <pc:docMk/>
            <pc:sldMk cId="1212115280" sldId="258"/>
            <ac:picMk id="7" creationId="{8B9E06F4-D818-09B2-1216-41538AE1D040}"/>
          </ac:picMkLst>
        </pc:picChg>
      </pc:sldChg>
      <pc:sldChg chg="delSp modSp mod">
        <pc:chgData name="Jill George" userId="f7a48206ca14babb" providerId="LiveId" clId="{9848FB63-5EF0-4C37-A29E-4751A188B76D}" dt="2026-04-18T10:09:58.931" v="417" actId="14100"/>
        <pc:sldMkLst>
          <pc:docMk/>
          <pc:sldMk cId="2818959049" sldId="260"/>
        </pc:sldMkLst>
        <pc:spChg chg="mod">
          <ac:chgData name="Jill George" userId="f7a48206ca14babb" providerId="LiveId" clId="{9848FB63-5EF0-4C37-A29E-4751A188B76D}" dt="2026-04-18T10:06:27.862" v="386" actId="5793"/>
          <ac:spMkLst>
            <pc:docMk/>
            <pc:sldMk cId="2818959049" sldId="260"/>
            <ac:spMk id="7" creationId="{F478D275-AB27-67FE-CD77-80F4A6F08AF0}"/>
          </ac:spMkLst>
        </pc:spChg>
        <pc:grpChg chg="del">
          <ac:chgData name="Jill George" userId="f7a48206ca14babb" providerId="LiveId" clId="{9848FB63-5EF0-4C37-A29E-4751A188B76D}" dt="2026-04-18T10:09:55.298" v="416" actId="478"/>
          <ac:grpSpMkLst>
            <pc:docMk/>
            <pc:sldMk cId="2818959049" sldId="260"/>
            <ac:grpSpMk id="8" creationId="{5ED869BF-985A-8C5E-6217-4444E2BBBF1C}"/>
          </ac:grpSpMkLst>
        </pc:grpChg>
        <pc:picChg chg="mod">
          <ac:chgData name="Jill George" userId="f7a48206ca14babb" providerId="LiveId" clId="{9848FB63-5EF0-4C37-A29E-4751A188B76D}" dt="2026-04-18T10:05:42.800" v="383" actId="14100"/>
          <ac:picMkLst>
            <pc:docMk/>
            <pc:sldMk cId="2818959049" sldId="260"/>
            <ac:picMk id="3" creationId="{2F163BC3-B246-F633-03B7-74A759CEE435}"/>
          </ac:picMkLst>
        </pc:picChg>
        <pc:picChg chg="del topLvl">
          <ac:chgData name="Jill George" userId="f7a48206ca14babb" providerId="LiveId" clId="{9848FB63-5EF0-4C37-A29E-4751A188B76D}" dt="2026-04-18T10:09:55.298" v="416" actId="478"/>
          <ac:picMkLst>
            <pc:docMk/>
            <pc:sldMk cId="2818959049" sldId="260"/>
            <ac:picMk id="9" creationId="{C078A6F3-D83A-E2ED-696B-6034ACBCDFDA}"/>
          </ac:picMkLst>
        </pc:picChg>
        <pc:picChg chg="mod topLvl">
          <ac:chgData name="Jill George" userId="f7a48206ca14babb" providerId="LiveId" clId="{9848FB63-5EF0-4C37-A29E-4751A188B76D}" dt="2026-04-18T10:09:58.931" v="417" actId="14100"/>
          <ac:picMkLst>
            <pc:docMk/>
            <pc:sldMk cId="2818959049" sldId="260"/>
            <ac:picMk id="10" creationId="{A333555E-FC88-C6B9-C3A0-8C568A39D026}"/>
          </ac:picMkLst>
        </pc:picChg>
      </pc:sldChg>
      <pc:sldChg chg="delSp modSp mod">
        <pc:chgData name="Jill George" userId="f7a48206ca14babb" providerId="LiveId" clId="{9848FB63-5EF0-4C37-A29E-4751A188B76D}" dt="2026-04-18T10:16:20.004" v="483" actId="207"/>
        <pc:sldMkLst>
          <pc:docMk/>
          <pc:sldMk cId="3167584315" sldId="262"/>
        </pc:sldMkLst>
        <pc:spChg chg="mod">
          <ac:chgData name="Jill George" userId="f7a48206ca14babb" providerId="LiveId" clId="{9848FB63-5EF0-4C37-A29E-4751A188B76D}" dt="2026-04-18T10:00:48.760" v="197" actId="207"/>
          <ac:spMkLst>
            <pc:docMk/>
            <pc:sldMk cId="3167584315" sldId="262"/>
            <ac:spMk id="2" creationId="{48B9229E-B3BB-AB7E-6917-0C36C166CEEC}"/>
          </ac:spMkLst>
        </pc:spChg>
        <pc:spChg chg="mod">
          <ac:chgData name="Jill George" userId="f7a48206ca14babb" providerId="LiveId" clId="{9848FB63-5EF0-4C37-A29E-4751A188B76D}" dt="2026-04-18T10:16:20.004" v="483" actId="207"/>
          <ac:spMkLst>
            <pc:docMk/>
            <pc:sldMk cId="3167584315" sldId="262"/>
            <ac:spMk id="3" creationId="{A190496A-9FDC-02A2-FA64-B8C0DDEBFA6E}"/>
          </ac:spMkLst>
        </pc:spChg>
        <pc:grpChg chg="del">
          <ac:chgData name="Jill George" userId="f7a48206ca14babb" providerId="LiveId" clId="{9848FB63-5EF0-4C37-A29E-4751A188B76D}" dt="2026-04-18T08:54:11.681" v="11" actId="478"/>
          <ac:grpSpMkLst>
            <pc:docMk/>
            <pc:sldMk cId="3167584315" sldId="262"/>
            <ac:grpSpMk id="4" creationId="{0A39BC82-70D7-49B3-7171-8BCC87C32184}"/>
          </ac:grpSpMkLst>
        </pc:grpChg>
        <pc:picChg chg="del topLvl">
          <ac:chgData name="Jill George" userId="f7a48206ca14babb" providerId="LiveId" clId="{9848FB63-5EF0-4C37-A29E-4751A188B76D}" dt="2026-04-18T08:54:11.681" v="11" actId="478"/>
          <ac:picMkLst>
            <pc:docMk/>
            <pc:sldMk cId="3167584315" sldId="262"/>
            <ac:picMk id="6" creationId="{4340BAEF-0CA1-9959-BA07-7DF014B6B857}"/>
          </ac:picMkLst>
        </pc:picChg>
        <pc:picChg chg="mod topLvl">
          <ac:chgData name="Jill George" userId="f7a48206ca14babb" providerId="LiveId" clId="{9848FB63-5EF0-4C37-A29E-4751A188B76D}" dt="2026-04-18T08:54:18.444" v="13" actId="14100"/>
          <ac:picMkLst>
            <pc:docMk/>
            <pc:sldMk cId="3167584315" sldId="262"/>
            <ac:picMk id="7" creationId="{FBEA4E0D-3B49-541A-F994-BDD1B919F666}"/>
          </ac:picMkLst>
        </pc:picChg>
      </pc:sldChg>
      <pc:sldChg chg="delSp modSp mod">
        <pc:chgData name="Jill George" userId="f7a48206ca14babb" providerId="LiveId" clId="{9848FB63-5EF0-4C37-A29E-4751A188B76D}" dt="2026-04-18T10:11:17.548" v="434" actId="207"/>
        <pc:sldMkLst>
          <pc:docMk/>
          <pc:sldMk cId="1615497998" sldId="263"/>
        </pc:sldMkLst>
        <pc:spChg chg="mod">
          <ac:chgData name="Jill George" userId="f7a48206ca14babb" providerId="LiveId" clId="{9848FB63-5EF0-4C37-A29E-4751A188B76D}" dt="2026-04-18T10:11:17.548" v="434" actId="207"/>
          <ac:spMkLst>
            <pc:docMk/>
            <pc:sldMk cId="1615497998" sldId="263"/>
            <ac:spMk id="3" creationId="{ECBD2ECE-41C1-EFD0-9C88-B8EE362AF76F}"/>
          </ac:spMkLst>
        </pc:spChg>
        <pc:grpChg chg="del">
          <ac:chgData name="Jill George" userId="f7a48206ca14babb" providerId="LiveId" clId="{9848FB63-5EF0-4C37-A29E-4751A188B76D}" dt="2026-04-18T08:54:38.260" v="17" actId="478"/>
          <ac:grpSpMkLst>
            <pc:docMk/>
            <pc:sldMk cId="1615497998" sldId="263"/>
            <ac:grpSpMk id="7" creationId="{5889C493-5435-2883-0822-8D0CAE811FFB}"/>
          </ac:grpSpMkLst>
        </pc:grpChg>
        <pc:picChg chg="del topLvl">
          <ac:chgData name="Jill George" userId="f7a48206ca14babb" providerId="LiveId" clId="{9848FB63-5EF0-4C37-A29E-4751A188B76D}" dt="2026-04-18T08:54:38.260" v="17" actId="478"/>
          <ac:picMkLst>
            <pc:docMk/>
            <pc:sldMk cId="1615497998" sldId="263"/>
            <ac:picMk id="10" creationId="{A9C82D46-99B0-55EF-C0D6-3548F0460AC1}"/>
          </ac:picMkLst>
        </pc:picChg>
        <pc:picChg chg="mod topLvl">
          <ac:chgData name="Jill George" userId="f7a48206ca14babb" providerId="LiveId" clId="{9848FB63-5EF0-4C37-A29E-4751A188B76D}" dt="2026-04-18T08:54:46.772" v="19" actId="14100"/>
          <ac:picMkLst>
            <pc:docMk/>
            <pc:sldMk cId="1615497998" sldId="263"/>
            <ac:picMk id="11" creationId="{7FF6E2E9-8851-4E4A-649D-D8F8FBE58770}"/>
          </ac:picMkLst>
        </pc:picChg>
      </pc:sldChg>
      <pc:sldChg chg="delSp modSp del mod">
        <pc:chgData name="Jill George" userId="f7a48206ca14babb" providerId="LiveId" clId="{9848FB63-5EF0-4C37-A29E-4751A188B76D}" dt="2026-04-18T10:11:37.754" v="435" actId="47"/>
        <pc:sldMkLst>
          <pc:docMk/>
          <pc:sldMk cId="2384355791" sldId="264"/>
        </pc:sldMkLst>
        <pc:spChg chg="mod">
          <ac:chgData name="Jill George" userId="f7a48206ca14babb" providerId="LiveId" clId="{9848FB63-5EF0-4C37-A29E-4751A188B76D}" dt="2026-04-18T08:55:13.215" v="23" actId="208"/>
          <ac:spMkLst>
            <pc:docMk/>
            <pc:sldMk cId="2384355791" sldId="264"/>
            <ac:spMk id="5" creationId="{16E6BD2F-7B3E-C98C-6759-03E475274989}"/>
          </ac:spMkLst>
        </pc:spChg>
        <pc:grpChg chg="del">
          <ac:chgData name="Jill George" userId="f7a48206ca14babb" providerId="LiveId" clId="{9848FB63-5EF0-4C37-A29E-4751A188B76D}" dt="2026-04-18T08:54:53.819" v="20" actId="478"/>
          <ac:grpSpMkLst>
            <pc:docMk/>
            <pc:sldMk cId="2384355791" sldId="264"/>
            <ac:grpSpMk id="2" creationId="{244B1CC2-7EF3-6D52-47D3-8C8754A15636}"/>
          </ac:grpSpMkLst>
        </pc:grpChg>
        <pc:picChg chg="del topLvl">
          <ac:chgData name="Jill George" userId="f7a48206ca14babb" providerId="LiveId" clId="{9848FB63-5EF0-4C37-A29E-4751A188B76D}" dt="2026-04-18T08:54:53.819" v="20" actId="478"/>
          <ac:picMkLst>
            <pc:docMk/>
            <pc:sldMk cId="2384355791" sldId="264"/>
            <ac:picMk id="3" creationId="{EDB3BC0A-29ED-024F-446E-50FBFB99E8B0}"/>
          </ac:picMkLst>
        </pc:picChg>
        <pc:picChg chg="mod topLvl">
          <ac:chgData name="Jill George" userId="f7a48206ca14babb" providerId="LiveId" clId="{9848FB63-5EF0-4C37-A29E-4751A188B76D}" dt="2026-04-18T08:55:00.489" v="22" actId="14100"/>
          <ac:picMkLst>
            <pc:docMk/>
            <pc:sldMk cId="2384355791" sldId="264"/>
            <ac:picMk id="4" creationId="{DCD298C8-274F-4C5F-DB71-BE44E3177653}"/>
          </ac:picMkLst>
        </pc:picChg>
      </pc:sldChg>
      <pc:sldChg chg="addSp delSp modSp mod">
        <pc:chgData name="Jill George" userId="f7a48206ca14babb" providerId="LiveId" clId="{9848FB63-5EF0-4C37-A29E-4751A188B76D}" dt="2026-04-18T10:00:08.732" v="193" actId="14100"/>
        <pc:sldMkLst>
          <pc:docMk/>
          <pc:sldMk cId="2426618125" sldId="265"/>
        </pc:sldMkLst>
        <pc:spChg chg="mod">
          <ac:chgData name="Jill George" userId="f7a48206ca14babb" providerId="LiveId" clId="{9848FB63-5EF0-4C37-A29E-4751A188B76D}" dt="2026-04-18T09:59:54.320" v="191" actId="20577"/>
          <ac:spMkLst>
            <pc:docMk/>
            <pc:sldMk cId="2426618125" sldId="265"/>
            <ac:spMk id="9" creationId="{C6CE4590-5942-3D8F-2A16-C166F0193CA8}"/>
          </ac:spMkLst>
        </pc:spChg>
        <pc:grpChg chg="del">
          <ac:chgData name="Jill George" userId="f7a48206ca14babb" providerId="LiveId" clId="{9848FB63-5EF0-4C37-A29E-4751A188B76D}" dt="2026-04-18T08:53:59.723" v="8" actId="478"/>
          <ac:grpSpMkLst>
            <pc:docMk/>
            <pc:sldMk cId="2426618125" sldId="265"/>
            <ac:grpSpMk id="10" creationId="{69D4FB8D-37E1-152A-F413-65A6CDDF9C58}"/>
          </ac:grpSpMkLst>
        </pc:grpChg>
        <pc:graphicFrameChg chg="add del mod modGraphic">
          <ac:chgData name="Jill George" userId="f7a48206ca14babb" providerId="LiveId" clId="{9848FB63-5EF0-4C37-A29E-4751A188B76D}" dt="2026-04-18T09:54:27.545" v="111" actId="478"/>
          <ac:graphicFrameMkLst>
            <pc:docMk/>
            <pc:sldMk cId="2426618125" sldId="265"/>
            <ac:graphicFrameMk id="2" creationId="{6DD2729D-CF8A-924E-C615-AB6463ACD7B6}"/>
          </ac:graphicFrameMkLst>
        </pc:graphicFrameChg>
        <pc:picChg chg="add mod">
          <ac:chgData name="Jill George" userId="f7a48206ca14babb" providerId="LiveId" clId="{9848FB63-5EF0-4C37-A29E-4751A188B76D}" dt="2026-04-18T10:00:02.979" v="192" actId="14100"/>
          <ac:picMkLst>
            <pc:docMk/>
            <pc:sldMk cId="2426618125" sldId="265"/>
            <ac:picMk id="4" creationId="{7AB2C7A4-99FE-AAB5-699C-B296F286589E}"/>
          </ac:picMkLst>
        </pc:picChg>
        <pc:picChg chg="mod">
          <ac:chgData name="Jill George" userId="f7a48206ca14babb" providerId="LiveId" clId="{9848FB63-5EF0-4C37-A29E-4751A188B76D}" dt="2026-04-18T10:00:08.732" v="193" actId="14100"/>
          <ac:picMkLst>
            <pc:docMk/>
            <pc:sldMk cId="2426618125" sldId="265"/>
            <ac:picMk id="8" creationId="{21D8A55E-4B09-F91B-3588-5C60616287BE}"/>
          </ac:picMkLst>
        </pc:picChg>
        <pc:picChg chg="del topLvl">
          <ac:chgData name="Jill George" userId="f7a48206ca14babb" providerId="LiveId" clId="{9848FB63-5EF0-4C37-A29E-4751A188B76D}" dt="2026-04-18T08:53:59.723" v="8" actId="478"/>
          <ac:picMkLst>
            <pc:docMk/>
            <pc:sldMk cId="2426618125" sldId="265"/>
            <ac:picMk id="11" creationId="{16EDC8B9-B83D-D7CA-4A92-0A99CE9F35B6}"/>
          </ac:picMkLst>
        </pc:picChg>
        <pc:picChg chg="mod topLvl">
          <ac:chgData name="Jill George" userId="f7a48206ca14babb" providerId="LiveId" clId="{9848FB63-5EF0-4C37-A29E-4751A188B76D}" dt="2026-04-18T08:54:07.587" v="10" actId="14100"/>
          <ac:picMkLst>
            <pc:docMk/>
            <pc:sldMk cId="2426618125" sldId="265"/>
            <ac:picMk id="12" creationId="{3B8CA999-DC01-D71A-A2BF-9A72E064C8CA}"/>
          </ac:picMkLst>
        </pc:picChg>
      </pc:sldChg>
      <pc:sldChg chg="delSp modSp mod">
        <pc:chgData name="Jill George" userId="f7a48206ca14babb" providerId="LiveId" clId="{9848FB63-5EF0-4C37-A29E-4751A188B76D}" dt="2026-04-18T08:54:31.099" v="16" actId="14100"/>
        <pc:sldMkLst>
          <pc:docMk/>
          <pc:sldMk cId="2606287699" sldId="266"/>
        </pc:sldMkLst>
        <pc:grpChg chg="del">
          <ac:chgData name="Jill George" userId="f7a48206ca14babb" providerId="LiveId" clId="{9848FB63-5EF0-4C37-A29E-4751A188B76D}" dt="2026-04-18T08:54:24.619" v="14" actId="478"/>
          <ac:grpSpMkLst>
            <pc:docMk/>
            <pc:sldMk cId="2606287699" sldId="266"/>
            <ac:grpSpMk id="5" creationId="{624E89F7-04BC-3501-755C-31539AE275FB}"/>
          </ac:grpSpMkLst>
        </pc:grpChg>
        <pc:picChg chg="del topLvl">
          <ac:chgData name="Jill George" userId="f7a48206ca14babb" providerId="LiveId" clId="{9848FB63-5EF0-4C37-A29E-4751A188B76D}" dt="2026-04-18T08:54:24.619" v="14" actId="478"/>
          <ac:picMkLst>
            <pc:docMk/>
            <pc:sldMk cId="2606287699" sldId="266"/>
            <ac:picMk id="8" creationId="{07FA035C-E023-D773-7E13-F6FD9C974025}"/>
          </ac:picMkLst>
        </pc:picChg>
        <pc:picChg chg="mod topLvl">
          <ac:chgData name="Jill George" userId="f7a48206ca14babb" providerId="LiveId" clId="{9848FB63-5EF0-4C37-A29E-4751A188B76D}" dt="2026-04-18T08:54:31.099" v="16" actId="14100"/>
          <ac:picMkLst>
            <pc:docMk/>
            <pc:sldMk cId="2606287699" sldId="266"/>
            <ac:picMk id="9" creationId="{57BCA46D-9D7E-7F21-A59E-005F013CD471}"/>
          </ac:picMkLst>
        </pc:picChg>
      </pc:sldChg>
      <pc:sldChg chg="delSp modSp mod">
        <pc:chgData name="Jill George" userId="f7a48206ca14babb" providerId="LiveId" clId="{9848FB63-5EF0-4C37-A29E-4751A188B76D}" dt="2026-04-18T10:15:43.488" v="478" actId="20577"/>
        <pc:sldMkLst>
          <pc:docMk/>
          <pc:sldMk cId="2202458720" sldId="267"/>
        </pc:sldMkLst>
        <pc:spChg chg="mod">
          <ac:chgData name="Jill George" userId="f7a48206ca14babb" providerId="LiveId" clId="{9848FB63-5EF0-4C37-A29E-4751A188B76D}" dt="2026-04-18T10:10:12.904" v="431" actId="1035"/>
          <ac:spMkLst>
            <pc:docMk/>
            <pc:sldMk cId="2202458720" sldId="267"/>
            <ac:spMk id="8" creationId="{1DAF38B8-311F-002A-F43F-61D3E311C688}"/>
          </ac:spMkLst>
        </pc:spChg>
        <pc:spChg chg="mod">
          <ac:chgData name="Jill George" userId="f7a48206ca14babb" providerId="LiveId" clId="{9848FB63-5EF0-4C37-A29E-4751A188B76D}" dt="2026-04-18T10:15:43.488" v="478" actId="20577"/>
          <ac:spMkLst>
            <pc:docMk/>
            <pc:sldMk cId="2202458720" sldId="267"/>
            <ac:spMk id="9" creationId="{98B167F8-C48C-3383-4F7B-08E16EC645E1}"/>
          </ac:spMkLst>
        </pc:spChg>
        <pc:grpChg chg="del">
          <ac:chgData name="Jill George" userId="f7a48206ca14babb" providerId="LiveId" clId="{9848FB63-5EF0-4C37-A29E-4751A188B76D}" dt="2026-04-18T08:53:19.639" v="1" actId="478"/>
          <ac:grpSpMkLst>
            <pc:docMk/>
            <pc:sldMk cId="2202458720" sldId="267"/>
            <ac:grpSpMk id="2" creationId="{4E848DDD-BA95-AFA9-75A9-43044085BD46}"/>
          </ac:grpSpMkLst>
        </pc:grpChg>
        <pc:picChg chg="del topLvl">
          <ac:chgData name="Jill George" userId="f7a48206ca14babb" providerId="LiveId" clId="{9848FB63-5EF0-4C37-A29E-4751A188B76D}" dt="2026-04-18T08:53:19.639" v="1" actId="478"/>
          <ac:picMkLst>
            <pc:docMk/>
            <pc:sldMk cId="2202458720" sldId="267"/>
            <ac:picMk id="3" creationId="{E68BD7F7-213B-A439-C6A8-4EF1FD4DD229}"/>
          </ac:picMkLst>
        </pc:picChg>
        <pc:picChg chg="mod topLvl">
          <ac:chgData name="Jill George" userId="f7a48206ca14babb" providerId="LiveId" clId="{9848FB63-5EF0-4C37-A29E-4751A188B76D}" dt="2026-04-18T10:06:42.345" v="388" actId="14100"/>
          <ac:picMkLst>
            <pc:docMk/>
            <pc:sldMk cId="2202458720" sldId="267"/>
            <ac:picMk id="4" creationId="{259384DE-25F2-0E36-DB02-90C3D11F0DF9}"/>
          </ac:picMkLst>
        </pc:picChg>
        <pc:picChg chg="mod">
          <ac:chgData name="Jill George" userId="f7a48206ca14babb" providerId="LiveId" clId="{9848FB63-5EF0-4C37-A29E-4751A188B76D}" dt="2026-04-18T10:15:32.519" v="469" actId="14100"/>
          <ac:picMkLst>
            <pc:docMk/>
            <pc:sldMk cId="2202458720" sldId="267"/>
            <ac:picMk id="7" creationId="{2B0A0ABD-29F4-A069-8AE7-CF2162053B9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1C9A3-7E8D-47EF-80B9-6B3EEC9878E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F0E3A-53CF-40F6-AC4E-113B92EBB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7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F0E3A-53CF-40F6-AC4E-113B92EBBC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50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F0E3A-53CF-40F6-AC4E-113B92EBBC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80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3EBAD-5A09-1E3C-A0AD-E39E2C207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5FE18-E69A-111B-CBA5-772E1DAB4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8A662-1B73-CE62-4AB1-C02774284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B9A3-5BB3-4F33-8BDC-9CB0A8CDCC6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50EF8-FF4A-0F8E-E043-B0630FFA7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498A9-90EC-1336-E021-D5D3F589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076B-3593-470B-B9C3-83B3C7D6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22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FDD1A-788E-6138-69E5-29943EBA5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5F696-C712-BA7D-493C-BC6E78001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95C6F-A4BD-C3B6-DD0A-1035FF855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B9A3-5BB3-4F33-8BDC-9CB0A8CDCC6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3F420-8432-E27C-320C-A5D555638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99CF5-B061-50F3-38DB-A0EE9124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076B-3593-470B-B9C3-83B3C7D6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87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8B0AA-9B77-6B55-2382-0D5DC716F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4668A-906E-7730-7084-5717BDF34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F1311-55BE-1C68-2AB9-F2003F428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B9A3-5BB3-4F33-8BDC-9CB0A8CDCC6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EFB7F-DB5E-82DE-7E32-3C500FC0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5E0FE-708B-C070-EA9F-1B833C097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076B-3593-470B-B9C3-83B3C7D6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30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73024-3099-4F1A-94AE-8B2852029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DDFB1-A8C0-FCB1-67EE-1362BBB8FA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E1F93-B05C-0E94-033F-B9F231E49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70510-097A-17D2-5B30-A8754F5BF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B9A3-5BB3-4F33-8BDC-9CB0A8CDCC6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89E54-99E2-F2D3-7966-675D1F3A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C2CD1-DBCE-5296-69E3-CBAF2A2D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076B-3593-470B-B9C3-83B3C7D6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26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EAB4A-01A5-23D9-9231-355024FA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FD79D-B568-B2ED-FC13-510D9B0BD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F68BB-2947-026C-A7A7-CC8B6995E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77FDB-4482-600C-1D4B-4A0AF9236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AA80D-4037-B41E-1FCE-9F138BF439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85052-4808-86DD-1CC3-928C8963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B9A3-5BB3-4F33-8BDC-9CB0A8CDCC6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C65CE3-1806-E722-EE77-FD860608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99DB42-A219-7257-3F4B-317309FF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076B-3593-470B-B9C3-83B3C7D6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07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6E21-A5A9-B07F-50B9-6A6C6B0D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DA162-421B-DB76-8626-9BB75F169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B9A3-5BB3-4F33-8BDC-9CB0A8CDCC6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C2F1C-97FE-ADCA-FD5F-BE11D0B2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4BEE9C-7CCA-DBED-29BF-A35C80CE5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076B-3593-470B-B9C3-83B3C7D6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8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269CEB-B77B-564F-E173-9EE582284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B9A3-5BB3-4F33-8BDC-9CB0A8CDCC6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1E484C-11EA-CE31-B4C2-B4F5D1844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35A91-8B36-93F6-580A-9DE8601C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076B-3593-470B-B9C3-83B3C7D6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3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97FED-B684-800D-44E2-607E4D094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35EE0-48BF-8C2D-AAA1-DD5D55AF6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6425C-C1F1-4E14-C78E-9DCCB1517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D3A85-02D4-6B8F-CC6D-D14C08A4D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B9A3-5BB3-4F33-8BDC-9CB0A8CDCC6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4517B-8774-D84D-9829-FC6EFC284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EE1B0-B0AB-BF66-AABA-11CFD6A6F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076B-3593-470B-B9C3-83B3C7D6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7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BA4A0-A746-9533-3E7B-377011812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8F5DCF-1C49-1A01-B1C4-2CD598EF35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7163C-4C86-82D8-A7E0-E3A8CBEFD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6A5CB-C49B-CFE3-920F-923A57FC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B9A3-5BB3-4F33-8BDC-9CB0A8CDCC6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6515A-1F8D-5899-7460-9195CA93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5A0BF-0C36-BED1-47DB-87ACD678E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076B-3593-470B-B9C3-83B3C7D6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73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686B2-F41A-4D9E-F747-394E74CB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5FAE9F-D565-645F-72FE-5B504718D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ADFC5-AB0E-A23C-8CCE-C64408B67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B9A3-5BB3-4F33-8BDC-9CB0A8CDCC6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16C2D-9FBB-F2F6-A4BD-3CE9F9E70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16FDD-C83C-D8AA-CBD6-3D5F1D874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076B-3593-470B-B9C3-83B3C7D6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86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0917F1-17AE-7B2B-839E-C73B146E88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B3E9A5-E868-2006-9EFF-6E22642DB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E9A3F-5413-49C9-4B16-605CF6343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B9A3-5BB3-4F33-8BDC-9CB0A8CDCC6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9687E-EB11-D41E-AC00-33D9A13C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70891-004B-84EB-102A-746BA5FA5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076B-3593-470B-B9C3-83B3C7D6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9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5D537B-0249-6484-DDC7-3354D070D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4D28C-4F35-8846-9F40-DE9707858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3E896-F83C-F058-49C2-7935BD61C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4B9A3-5BB3-4F33-8BDC-9CB0A8CDCC6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C50FA-790D-8FE4-676A-8172F474E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A6728-F0DB-3FBC-3859-31EB013F1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C076B-3593-470B-B9C3-83B3C7D6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03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71C823E-D575-1138-95E8-6A4E4D0EC3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983"/>
          <a:stretch/>
        </p:blipFill>
        <p:spPr>
          <a:xfrm>
            <a:off x="166255" y="159019"/>
            <a:ext cx="11773729" cy="831893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3CB141F5-EF93-6E72-FF86-853679F62519}"/>
              </a:ext>
            </a:extLst>
          </p:cNvPr>
          <p:cNvGrpSpPr/>
          <p:nvPr/>
        </p:nvGrpSpPr>
        <p:grpSpPr>
          <a:xfrm>
            <a:off x="534390" y="2287568"/>
            <a:ext cx="11091553" cy="2447718"/>
            <a:chOff x="777299" y="2287568"/>
            <a:chExt cx="10178049" cy="1890324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03960E7-5AA9-B247-F2E2-9DC01FC81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026" y="2287568"/>
              <a:ext cx="9929322" cy="189032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367E6F9-0B47-D95E-02FE-09CFCB863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33388" b="83417"/>
            <a:stretch/>
          </p:blipFill>
          <p:spPr>
            <a:xfrm>
              <a:off x="777299" y="3766458"/>
              <a:ext cx="6614101" cy="3134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4308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DB869-CFC1-2E2B-4F32-8D7E1CBD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333555E-FC88-C6B9-C3A0-8C568A39D0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983"/>
          <a:stretch/>
        </p:blipFill>
        <p:spPr>
          <a:xfrm>
            <a:off x="293461" y="38833"/>
            <a:ext cx="11700553" cy="7740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705C3C-F5BF-937F-C99A-4D46DBD82126}"/>
              </a:ext>
            </a:extLst>
          </p:cNvPr>
          <p:cNvSpPr txBox="1"/>
          <p:nvPr/>
        </p:nvSpPr>
        <p:spPr>
          <a:xfrm>
            <a:off x="5399314" y="228123"/>
            <a:ext cx="3222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Hours Per Week Analysis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163BC3-B246-F633-03B7-74A759CEE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61" y="897990"/>
            <a:ext cx="6836682" cy="5886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78D275-AB27-67FE-CD77-80F4A6F08AF0}"/>
              </a:ext>
            </a:extLst>
          </p:cNvPr>
          <p:cNvSpPr txBox="1"/>
          <p:nvPr/>
        </p:nvSpPr>
        <p:spPr>
          <a:xfrm>
            <a:off x="7130143" y="905852"/>
            <a:ext cx="4863871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Standardization</a:t>
            </a:r>
          </a:p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Working Hours Calculation: 5 days Working 8 hrs. in a day and 5 days a week totals 40 hrs.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Weekly wise:</a:t>
            </a:r>
          </a:p>
          <a:p>
            <a:r>
              <a:rPr lang="en-US" dirty="0"/>
              <a:t>The</a:t>
            </a:r>
            <a:r>
              <a:rPr lang="en-US" b="1" dirty="0"/>
              <a:t> </a:t>
            </a:r>
            <a:r>
              <a:rPr lang="en-US" dirty="0"/>
              <a:t>avg. age group of youth people worked more than adults.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Gender-wise:</a:t>
            </a:r>
            <a:endParaRPr lang="en-US" dirty="0"/>
          </a:p>
          <a:p>
            <a:r>
              <a:rPr lang="en-US" dirty="0"/>
              <a:t>Non-binary worked more than other genders.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Region wise :</a:t>
            </a:r>
          </a:p>
          <a:p>
            <a:r>
              <a:rPr lang="en-US" dirty="0"/>
              <a:t>Africa, Oceania, and South America worked more extra hours than the standard working hours.</a:t>
            </a:r>
          </a:p>
          <a:p>
            <a:endParaRPr lang="en-US" dirty="0"/>
          </a:p>
          <a:p>
            <a:r>
              <a:rPr lang="en-US" b="1" dirty="0">
                <a:solidFill>
                  <a:srgbClr val="002060"/>
                </a:solidFill>
              </a:rPr>
              <a:t>Work Arrangement:</a:t>
            </a:r>
          </a:p>
          <a:p>
            <a:r>
              <a:rPr lang="en-US" dirty="0"/>
              <a:t>Onsite platform people worked compare with hybrid and remote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959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725A1-F6FB-545C-351A-7316BFB1D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9384DE-25F2-0E36-DB02-90C3D11F0D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983"/>
          <a:stretch/>
        </p:blipFill>
        <p:spPr>
          <a:xfrm>
            <a:off x="106673" y="159020"/>
            <a:ext cx="11833311" cy="5994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0A0ABD-29F4-A069-8AE7-CF2162053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3" y="777687"/>
            <a:ext cx="11833311" cy="42881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AF38B8-311F-002A-F43F-61D3E311C688}"/>
              </a:ext>
            </a:extLst>
          </p:cNvPr>
          <p:cNvSpPr txBox="1"/>
          <p:nvPr/>
        </p:nvSpPr>
        <p:spPr>
          <a:xfrm>
            <a:off x="5305303" y="305980"/>
            <a:ext cx="3222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Burnout Analysis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B167F8-C48C-3383-4F7B-08E16EC645E1}"/>
              </a:ext>
            </a:extLst>
          </p:cNvPr>
          <p:cNvSpPr txBox="1"/>
          <p:nvPr/>
        </p:nvSpPr>
        <p:spPr>
          <a:xfrm>
            <a:off x="106674" y="5018376"/>
            <a:ext cx="11833310" cy="1815882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Medium burnout level is the highest alert across age + gender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burnout % peaks in South America &amp; Asia. Medium burnout leads in Asia &amp; Africa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Anxiety is highest in mental health issues; Stress leads at medium level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Industry: Marketing shows highest burnout. Customer Service, Manufacturing &amp; Finance lead at medium level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mode: Remote employees report more burnout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role: Research Scientist has highest avg burnout at 4.8%, followed by DevOps Engineer &amp; Customer Service Manager</a:t>
            </a:r>
          </a:p>
        </p:txBody>
      </p:sp>
    </p:spTree>
    <p:extLst>
      <p:ext uri="{BB962C8B-B14F-4D97-AF65-F5344CB8AC3E}">
        <p14:creationId xmlns:p14="http://schemas.microsoft.com/office/powerpoint/2010/main" val="2202458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08FE6BD-85EE-0CEF-9832-50CA8C2986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983"/>
          <a:stretch/>
        </p:blipFill>
        <p:spPr>
          <a:xfrm>
            <a:off x="173038" y="136540"/>
            <a:ext cx="11557617" cy="7740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F274A5-CA40-E6D7-4313-2970A2DBC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04" y="352546"/>
            <a:ext cx="3719340" cy="463757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Health Issues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F7E399-21E2-72F8-2C6F-FD5383496C6D}"/>
              </a:ext>
            </a:extLst>
          </p:cNvPr>
          <p:cNvSpPr txBox="1"/>
          <p:nvPr/>
        </p:nvSpPr>
        <p:spPr>
          <a:xfrm>
            <a:off x="859971" y="5244132"/>
            <a:ext cx="95250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Eye strain is the #1 issue, followed by back pain &amp; shoulder pain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Eye strain highest in females + adult age group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Industries most impacted: Customer Service, Education, Healthcare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A05C6128-7D75-493F-550A-B282F53056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744112"/>
              </p:ext>
            </p:extLst>
          </p:nvPr>
        </p:nvGraphicFramePr>
        <p:xfrm>
          <a:off x="174176" y="1004908"/>
          <a:ext cx="11557616" cy="2050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10638" imgH="1485900" progId="Excel.Sheet.12">
                  <p:embed/>
                </p:oleObj>
              </mc:Choice>
              <mc:Fallback>
                <p:oleObj name="Worksheet" r:id="rId3" imgW="9010638" imgH="1485900" progId="Excel.Sheet.12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A05C6128-7D75-493F-550A-B282F53056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4176" y="1004908"/>
                        <a:ext cx="11557616" cy="2050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F8FEE94D-D19C-3B6C-469F-C58E47F8FF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602474"/>
              </p:ext>
            </p:extLst>
          </p:nvPr>
        </p:nvGraphicFramePr>
        <p:xfrm>
          <a:off x="173038" y="3149620"/>
          <a:ext cx="11557616" cy="209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1976174" imgH="1308144" progId="Excel.Sheet.12">
                  <p:embed/>
                </p:oleObj>
              </mc:Choice>
              <mc:Fallback>
                <p:oleObj name="Worksheet" r:id="rId5" imgW="11976174" imgH="1308144" progId="Excel.Sheet.12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F8FEE94D-D19C-3B6C-469F-C58E47F8FF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3038" y="3149620"/>
                        <a:ext cx="11557616" cy="2094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8406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4548A-0251-26B7-65A9-DBFB1CE8E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B9E06F4-D818-09B2-1216-41538AE1D0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983"/>
          <a:stretch/>
        </p:blipFill>
        <p:spPr>
          <a:xfrm>
            <a:off x="195943" y="74910"/>
            <a:ext cx="11898086" cy="7740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37227-09A3-1644-7397-1A44EA1ED051}"/>
              </a:ext>
            </a:extLst>
          </p:cNvPr>
          <p:cNvSpPr txBox="1"/>
          <p:nvPr/>
        </p:nvSpPr>
        <p:spPr>
          <a:xfrm>
            <a:off x="2656114" y="249354"/>
            <a:ext cx="9186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perfect computer posture to prevent neck/shoulder and lower back pain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580C21-71DC-CBF5-8DF7-B8E547E6452D}"/>
              </a:ext>
            </a:extLst>
          </p:cNvPr>
          <p:cNvSpPr txBox="1"/>
          <p:nvPr/>
        </p:nvSpPr>
        <p:spPr>
          <a:xfrm>
            <a:off x="4833258" y="958360"/>
            <a:ext cx="735874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using a laptop, invest in a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 to put it on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(or use a ream of paper, your briefcase/bag or other object). This ensures the screen is as closely to eye level as possible.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laptops used in the home, it is a good idea to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buy a normal keyboard and mouse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makes it much easier to use the laptop in a more back friendly manner.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on the move with your laptop, take time to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your bag or briefcase for items you will not need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It is amazing how much unwanted  stuff quickly accumulates and the additional weight in your bag is extra weight that your shoulders and back have to bear.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rucksack designed laptop case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carry it on both shoulders and adjust the straps so that the bag is held close to your back.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Don't use Laptop /Tablet on the train or Vehicles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If you are on the train and must use your laptop, don’t sit for long periods doing this, as you are looking down onto the screen with your head unsupported.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gadgets on your lap causes you pain as you hunch over to see the screen.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to bring it up to eye level rather than holding you head in a forward position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cushion or even a rolled-up jacket on your lap to rest elbows on usually does the trick.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2F4F4D-5C36-FD69-279D-AC3BE8A80FAA}"/>
              </a:ext>
            </a:extLst>
          </p:cNvPr>
          <p:cNvGrpSpPr/>
          <p:nvPr/>
        </p:nvGrpSpPr>
        <p:grpSpPr>
          <a:xfrm>
            <a:off x="195942" y="859334"/>
            <a:ext cx="4550230" cy="5693866"/>
            <a:chOff x="174170" y="544286"/>
            <a:chExt cx="4876802" cy="5867399"/>
          </a:xfrm>
        </p:grpSpPr>
        <p:pic>
          <p:nvPicPr>
            <p:cNvPr id="2050" name="Picture 2" descr="Shoulder Pain From Desk Job , Slab Of Wood Store Desk">
              <a:extLst>
                <a:ext uri="{FF2B5EF4-FFF2-40B4-BE49-F238E27FC236}">
                  <a16:creationId xmlns:a16="http://schemas.microsoft.com/office/drawing/2014/main" id="{37CF5412-35F3-6154-5E9E-323BC66C54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170" y="646330"/>
              <a:ext cx="4800600" cy="57653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Shoulder Pain From Desk Job , Slab Of Wood Store Desk">
              <a:extLst>
                <a:ext uri="{FF2B5EF4-FFF2-40B4-BE49-F238E27FC236}">
                  <a16:creationId xmlns:a16="http://schemas.microsoft.com/office/drawing/2014/main" id="{4DBC1969-6F87-18A5-40E5-BA9B2970988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674" t="51853" r="3175" b="27944"/>
            <a:stretch/>
          </p:blipFill>
          <p:spPr bwMode="auto">
            <a:xfrm>
              <a:off x="3635830" y="544286"/>
              <a:ext cx="1415142" cy="89262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12115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7BD0F-037C-4E7F-DBA4-40807B607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B8CA999-DC01-D71A-A2BF-9A72E064C8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983"/>
          <a:stretch/>
        </p:blipFill>
        <p:spPr>
          <a:xfrm>
            <a:off x="210455" y="60341"/>
            <a:ext cx="11861801" cy="7740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11ED5D-6C4F-FBC0-51D0-953D5B2C91B4}"/>
              </a:ext>
            </a:extLst>
          </p:cNvPr>
          <p:cNvSpPr txBox="1"/>
          <p:nvPr/>
        </p:nvSpPr>
        <p:spPr>
          <a:xfrm>
            <a:off x="5029201" y="250372"/>
            <a:ext cx="33745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Mental Health Status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D8A55E-4B09-F91B-3588-5C6061628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55" y="953921"/>
            <a:ext cx="7474860" cy="58437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CE4590-5942-3D8F-2A16-C166F0193CA8}"/>
              </a:ext>
            </a:extLst>
          </p:cNvPr>
          <p:cNvSpPr txBox="1"/>
          <p:nvPr/>
        </p:nvSpPr>
        <p:spPr>
          <a:xfrm>
            <a:off x="7685315" y="946029"/>
            <a:ext cx="438694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Mental Health Status Analysis | Key Insights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Post-Pandemic Remote Work Health Impact 2025 dataset, here’s what the data shows across demographics:</a:t>
            </a:r>
          </a:p>
          <a:p>
            <a:r>
              <a:rPr lang="en-US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Age Group:</a:t>
            </a:r>
            <a:endParaRPr lang="en-US" sz="16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Adults: Higher rates of Anxiety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Youth: Higher rates of PTSD and Anxiety .</a:t>
            </a:r>
          </a:p>
          <a:p>
            <a:r>
              <a:rPr lang="en-US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Gender: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Female: Leading in ADHD, Anxiety, and PTSD.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Male: Higher rates of Depression and PTSD</a:t>
            </a:r>
          </a:p>
          <a:p>
            <a:r>
              <a:rPr lang="en-US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Work Arrangement: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Hybrid: ADHD &amp; PTSD are most common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Remote: Anxiety &amp; PTSD lead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Overall: PTSD appears as a common issue across all work modes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B2C7A4-99FE-AAB5-699C-B296F2865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5686" y="4920343"/>
            <a:ext cx="3980501" cy="187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618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487DD-D973-718F-B8D4-AD82FC636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EA4E0D-3B49-541A-F994-BDD1B919F6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983"/>
          <a:stretch/>
        </p:blipFill>
        <p:spPr>
          <a:xfrm>
            <a:off x="288469" y="124040"/>
            <a:ext cx="11772902" cy="7740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C38EEF-DCDB-F3EC-1B1E-EA38AADFC5F9}"/>
              </a:ext>
            </a:extLst>
          </p:cNvPr>
          <p:cNvSpPr txBox="1"/>
          <p:nvPr/>
        </p:nvSpPr>
        <p:spPr>
          <a:xfrm>
            <a:off x="5246914" y="281172"/>
            <a:ext cx="2960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Mental Health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B9229E-B3BB-AB7E-6917-0C36C166CEEC}"/>
              </a:ext>
            </a:extLst>
          </p:cNvPr>
          <p:cNvSpPr txBox="1"/>
          <p:nvPr/>
        </p:nvSpPr>
        <p:spPr>
          <a:xfrm>
            <a:off x="6096001" y="1022866"/>
            <a:ext cx="58728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/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Mental health conditions like stress, anxiety, PTSD, burnout, and depression can stem from a mix of individual, environmental, and work-related factors.</a:t>
            </a:r>
          </a:p>
          <a:p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mitigate these in the workplace, employers should focus on creating a supportive environment through organizational interventions, flexible work arrangements, and addressing psychosocial risks</a:t>
            </a:r>
            <a:r>
              <a:rPr lang="en-US" sz="1800" dirty="0"/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90496A-9FDC-02A2-FA64-B8C0DDEBFA6E}"/>
              </a:ext>
            </a:extLst>
          </p:cNvPr>
          <p:cNvSpPr txBox="1"/>
          <p:nvPr/>
        </p:nvSpPr>
        <p:spPr>
          <a:xfrm>
            <a:off x="288469" y="4321631"/>
            <a:ext cx="116803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chemeClr val="accent1">
                    <a:lumMod val="50000"/>
                  </a:schemeClr>
                </a:solidFill>
                <a:effectLst/>
                <a:latin typeface="Google Sans"/>
              </a:rPr>
              <a:t>Root Causes:</a:t>
            </a:r>
          </a:p>
          <a:p>
            <a:pPr algn="l"/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Individual Factors:</a:t>
            </a:r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oogle Sans"/>
              </a:rPr>
              <a:t>Personal history, genetics, coping mechanisms, and pre-existing conditions can influence vulnerability. </a:t>
            </a:r>
          </a:p>
          <a:p>
            <a:pPr algn="l"/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Environmental Factors:</a:t>
            </a:r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oogle Sans"/>
              </a:rPr>
              <a:t>Traumatic events, financial instability, and major life changes can trigger or exacerbate these conditions. </a:t>
            </a:r>
          </a:p>
          <a:p>
            <a:pPr algn="l"/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Workplace Factors:</a:t>
            </a:r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oogle Sans"/>
              </a:rPr>
              <a:t>High workload, lack of control, poor communication, lack of support, and workplace violence can contribute to stress, burnout, and anxiety. </a:t>
            </a:r>
          </a:p>
        </p:txBody>
      </p:sp>
      <p:pic>
        <p:nvPicPr>
          <p:cNvPr id="3078" name="Picture 6" descr="ADHD Burnout ">
            <a:extLst>
              <a:ext uri="{FF2B5EF4-FFF2-40B4-BE49-F238E27FC236}">
                <a16:creationId xmlns:a16="http://schemas.microsoft.com/office/drawing/2014/main" id="{AA68C5E3-135E-FB24-3DD9-6A1EE775E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4" y="1004210"/>
            <a:ext cx="5865897" cy="306981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7584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64327-0B15-F37E-3769-0C284747F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E428B28-08B0-CA20-84B9-53733E1F770A}"/>
              </a:ext>
            </a:extLst>
          </p:cNvPr>
          <p:cNvGrpSpPr/>
          <p:nvPr/>
        </p:nvGrpSpPr>
        <p:grpSpPr>
          <a:xfrm>
            <a:off x="81643" y="1072919"/>
            <a:ext cx="12028713" cy="5066624"/>
            <a:chOff x="163287" y="202062"/>
            <a:chExt cx="12028713" cy="506662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2BCE99F-7DA7-9F70-5418-C15D9D76D65B}"/>
                </a:ext>
              </a:extLst>
            </p:cNvPr>
            <p:cNvGrpSpPr/>
            <p:nvPr/>
          </p:nvGrpSpPr>
          <p:grpSpPr>
            <a:xfrm>
              <a:off x="163287" y="870858"/>
              <a:ext cx="6302827" cy="4125685"/>
              <a:chOff x="816294" y="1052243"/>
              <a:chExt cx="7602877" cy="3900757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194C8019-0A6C-86D8-6D42-1858E179E5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6715" t="16179" r="6352"/>
              <a:stretch/>
            </p:blipFill>
            <p:spPr>
              <a:xfrm>
                <a:off x="816294" y="1052243"/>
                <a:ext cx="7185504" cy="3900757"/>
              </a:xfrm>
              <a:prstGeom prst="rect">
                <a:avLst/>
              </a:prstGeom>
            </p:spPr>
          </p:pic>
          <p:pic>
            <p:nvPicPr>
              <p:cNvPr id="2" name="Picture 4" descr="Mental Health in the workplace.">
                <a:extLst>
                  <a:ext uri="{FF2B5EF4-FFF2-40B4-BE49-F238E27FC236}">
                    <a16:creationId xmlns:a16="http://schemas.microsoft.com/office/drawing/2014/main" id="{F25FF667-26FC-A3F1-F2FC-906180EA8A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6291" b="73841"/>
              <a:stretch/>
            </p:blipFill>
            <p:spPr bwMode="auto">
              <a:xfrm>
                <a:off x="6930485" y="4161723"/>
                <a:ext cx="1488686" cy="7912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84983C1-6564-AF5F-5DC9-78150040074C}"/>
                </a:ext>
              </a:extLst>
            </p:cNvPr>
            <p:cNvGrpSpPr/>
            <p:nvPr/>
          </p:nvGrpSpPr>
          <p:grpSpPr>
            <a:xfrm>
              <a:off x="5987141" y="718458"/>
              <a:ext cx="6204859" cy="4550228"/>
              <a:chOff x="6703537" y="912178"/>
              <a:chExt cx="5397519" cy="3554983"/>
            </a:xfrm>
          </p:grpSpPr>
          <p:pic>
            <p:nvPicPr>
              <p:cNvPr id="4100" name="Picture 4" descr="Mental Health in the workplace.">
                <a:extLst>
                  <a:ext uri="{FF2B5EF4-FFF2-40B4-BE49-F238E27FC236}">
                    <a16:creationId xmlns:a16="http://schemas.microsoft.com/office/drawing/2014/main" id="{B851F427-6202-1237-95FC-9A9A4B3CC7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833" t="19314" r="5783" b="2019"/>
              <a:stretch/>
            </p:blipFill>
            <p:spPr bwMode="auto">
              <a:xfrm>
                <a:off x="6703537" y="912178"/>
                <a:ext cx="5025274" cy="31436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" name="Picture 4" descr="Mental Health in the workplace.">
                <a:extLst>
                  <a:ext uri="{FF2B5EF4-FFF2-40B4-BE49-F238E27FC236}">
                    <a16:creationId xmlns:a16="http://schemas.microsoft.com/office/drawing/2014/main" id="{7FC34B04-21B2-CBD7-D9D6-23AA521A78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6291" b="73841"/>
              <a:stretch/>
            </p:blipFill>
            <p:spPr bwMode="auto">
              <a:xfrm>
                <a:off x="11020771" y="3740666"/>
                <a:ext cx="1080285" cy="7264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0AD32C2-E074-8B3A-503B-17393D16FE7D}"/>
                </a:ext>
              </a:extLst>
            </p:cNvPr>
            <p:cNvGrpSpPr/>
            <p:nvPr/>
          </p:nvGrpSpPr>
          <p:grpSpPr>
            <a:xfrm>
              <a:off x="3263450" y="202062"/>
              <a:ext cx="5819714" cy="4794481"/>
              <a:chOff x="399317" y="-898957"/>
              <a:chExt cx="8019854" cy="5851957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84BB68C3-5EAB-3A93-6880-AE6741FCF2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6715" r="6352" b="80573"/>
              <a:stretch/>
            </p:blipFill>
            <p:spPr>
              <a:xfrm>
                <a:off x="399317" y="-898957"/>
                <a:ext cx="7185504" cy="904075"/>
              </a:xfrm>
              <a:prstGeom prst="rect">
                <a:avLst/>
              </a:prstGeom>
            </p:spPr>
          </p:pic>
          <p:pic>
            <p:nvPicPr>
              <p:cNvPr id="13" name="Picture 4" descr="Mental Health in the workplace.">
                <a:extLst>
                  <a:ext uri="{FF2B5EF4-FFF2-40B4-BE49-F238E27FC236}">
                    <a16:creationId xmlns:a16="http://schemas.microsoft.com/office/drawing/2014/main" id="{4B800508-9903-1D2E-21E4-7F9F4E75B8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6291" b="73841"/>
              <a:stretch/>
            </p:blipFill>
            <p:spPr bwMode="auto">
              <a:xfrm>
                <a:off x="6930485" y="4161723"/>
                <a:ext cx="1488686" cy="7912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7BCA46D-9D7E-7F21-A59E-005F013CD4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6983"/>
          <a:stretch/>
        </p:blipFill>
        <p:spPr>
          <a:xfrm>
            <a:off x="81644" y="136540"/>
            <a:ext cx="12028712" cy="7740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BE2B52-D09C-76D2-6764-2B2C0858E0C5}"/>
              </a:ext>
            </a:extLst>
          </p:cNvPr>
          <p:cNvSpPr txBox="1"/>
          <p:nvPr/>
        </p:nvSpPr>
        <p:spPr>
          <a:xfrm>
            <a:off x="5236028" y="356608"/>
            <a:ext cx="2960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Mental Health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Issues</a:t>
            </a:r>
          </a:p>
        </p:txBody>
      </p:sp>
    </p:spTree>
    <p:extLst>
      <p:ext uri="{BB962C8B-B14F-4D97-AF65-F5344CB8AC3E}">
        <p14:creationId xmlns:p14="http://schemas.microsoft.com/office/powerpoint/2010/main" val="2606287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E653B-9783-8699-78F5-61B898B4D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FF6E2E9-8851-4E4A-649D-D8F8FBE587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983"/>
          <a:stretch/>
        </p:blipFill>
        <p:spPr>
          <a:xfrm>
            <a:off x="138793" y="38566"/>
            <a:ext cx="11914413" cy="7740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477650-797A-FB25-BFB4-D476DBECBFC3}"/>
              </a:ext>
            </a:extLst>
          </p:cNvPr>
          <p:cNvSpPr txBox="1"/>
          <p:nvPr/>
        </p:nvSpPr>
        <p:spPr>
          <a:xfrm>
            <a:off x="4576081" y="241583"/>
            <a:ext cx="5057776" cy="37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Reducing Mental Health Issues in the Workplace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A11930-AD0E-E52E-1F08-DF4E995A0F43}"/>
              </a:ext>
            </a:extLst>
          </p:cNvPr>
          <p:cNvSpPr txBox="1"/>
          <p:nvPr/>
        </p:nvSpPr>
        <p:spPr>
          <a:xfrm>
            <a:off x="138793" y="767639"/>
            <a:ext cx="12039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Organizational Interventions: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Assessment: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Regularly assess and address psychosocial risks in the workplace, such as workload management, communication, and work-life balance. 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Flexible Work Arrangements: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Offer options like flexible hours, remote work, or compressed workweeks to improve work-life balance. 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Communication: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Foster open communication channels where employees feel comfortable expressing concerns and seeking support. 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and Education: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Provide training on stress management, mental health awareness, and available resources.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Systems: Offer employee assistance programs (EAPs) or other resources for mental health support.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EB7648-FEAA-8176-AD61-B7EBE1CCB191}"/>
              </a:ext>
            </a:extLst>
          </p:cNvPr>
          <p:cNvSpPr txBox="1"/>
          <p:nvPr/>
        </p:nvSpPr>
        <p:spPr>
          <a:xfrm>
            <a:off x="138793" y="4645623"/>
            <a:ext cx="117347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 Strategies: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Stress Management Techniques: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Encourage employees to practice stress-reducing activities like exercise, mindfulness, or deep breathing.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Healthy Lifestyle: Promote healthy habits like regular exercise, balanced diet, and sufficient sleep. 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Seeking Support: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Encourage employees to seek professional help when needed and normalize conversations about mental health. 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Setting Boundaries: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 employees set boundaries between work and personal life to prevent burnout.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 Resilience: Encourage employees to build resilience through positive coping strategies and social support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403440-4CC0-7C18-ECEB-F36015558E06}"/>
              </a:ext>
            </a:extLst>
          </p:cNvPr>
          <p:cNvSpPr txBox="1"/>
          <p:nvPr/>
        </p:nvSpPr>
        <p:spPr>
          <a:xfrm>
            <a:off x="138793" y="3322184"/>
            <a:ext cx="12039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Addressing Specific Conditions: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Burnout: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workload management, clear communication, and opportunities for rest and recovery.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Anxiety and Depression: Provide access to therapy, medication, and support groups. 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PTSD: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trauma-informed care, accommodations, and support for re-experiencing symptoms. 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ADHD: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strategies for organization, time management, and focus.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D2ECE-41C1-EFD0-9C88-B8EE362AF76F}"/>
              </a:ext>
            </a:extLst>
          </p:cNvPr>
          <p:cNvSpPr txBox="1"/>
          <p:nvPr/>
        </p:nvSpPr>
        <p:spPr>
          <a:xfrm>
            <a:off x="138793" y="6158417"/>
            <a:ext cx="11734799" cy="646331"/>
          </a:xfrm>
          <a:prstGeom prst="rect">
            <a:avLst/>
          </a:prstGeom>
          <a:solidFill>
            <a:srgbClr val="FFFFCC"/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implementing a combination of organizational and individual strategies, workplaces can create a more supportive and healthier environment, reducing the impact of mental health conditions on employees. </a:t>
            </a:r>
          </a:p>
        </p:txBody>
      </p:sp>
      <p:pic>
        <p:nvPicPr>
          <p:cNvPr id="4" name="Picture 2" descr="ADHD Burnout: Understanding Symptoms &amp; Recovery Methods | USAHS">
            <a:extLst>
              <a:ext uri="{FF2B5EF4-FFF2-40B4-BE49-F238E27FC236}">
                <a16:creationId xmlns:a16="http://schemas.microsoft.com/office/drawing/2014/main" id="{8D3635EE-8D2F-A44A-6EBC-34FA889293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81"/>
          <a:stretch/>
        </p:blipFill>
        <p:spPr bwMode="auto">
          <a:xfrm>
            <a:off x="9514114" y="1643743"/>
            <a:ext cx="2664279" cy="326571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497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7321</TotalTime>
  <Words>1009</Words>
  <Application>Microsoft Office PowerPoint</Application>
  <PresentationFormat>Widescreen</PresentationFormat>
  <Paragraphs>96</Paragraphs>
  <Slides>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Google Sans</vt:lpstr>
      <vt:lpstr>Office Theme</vt:lpstr>
      <vt:lpstr>Worksheet</vt:lpstr>
      <vt:lpstr>PowerPoint Presentation</vt:lpstr>
      <vt:lpstr>PowerPoint Presentation</vt:lpstr>
      <vt:lpstr>PowerPoint Presentation</vt:lpstr>
      <vt:lpstr>Physical Health Issues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Jill George</dc:creator>
  <cp:lastModifiedBy>Jill George</cp:lastModifiedBy>
  <cp:revision>42</cp:revision>
  <dcterms:created xsi:type="dcterms:W3CDTF">2025-08-15T09:30:41Z</dcterms:created>
  <dcterms:modified xsi:type="dcterms:W3CDTF">2026-04-18T10:16:22Z</dcterms:modified>
</cp:coreProperties>
</file>